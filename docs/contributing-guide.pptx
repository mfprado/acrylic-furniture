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y" id="{4fd6b21a-9dd7-df11-5d07-aac99a45ab5b}">
          <p14:sldIdLst>
            <p14:sldId id="256"/>
            <p14:sldId id="257"/>
            <p14:sldId id="258"/>
            <p14:sldId id="259"/>
          </p14:sldIdLst>
        </p14:section>
        <p14:section name="Get started" id="{9051859a-2cf3-a6a3-a122-74ab634413fa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Work in rounds" id="{bdab73f7-1fa4-20ab-777a-10d775704f13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Send it" id="{f466b6eb-cb6d-1665-e7dc-5e7b874a39d1}">
          <p14:sldIdLst>
            <p14:sldId id="274"/>
            <p14:sldId id="275"/>
          </p14:sldIdLst>
        </p14:section>
        <p14:section name="Summary" id="{6694bcf4-dd83-f504-95b9-aeeff2d54fdb}">
          <p14:sldIdLst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walks through how you, as an industrial designer, can change the site or add a new piece using the Claude desktop app, without writing code. Claude writes the code; you make every design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process is a loop: see, try, improve by talking, and only when you are happy is the change sent to the approved reviewers.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something is missing on the computer, Claude checks and gives exactly one link to install it. Signing in to GitHub is the one thing you do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of the Claude desktop app home screen; your app may look slightly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of the Code section; your app may look slightly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Redrawn from a screenshot of the Claude desktop app. This computer stays selected for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of the folder picker. Any folder works; pick one that is easy to find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Illustration. "Clone" means download the project. Claude needs Git for it; if it is missing, Claude gives you the one link to install it. The project carries Claude's instructions, so as soon as it is downloaded Claude knows how to guide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 from the Claude desktop app. Next time, skip step 3: click Choose…, pick the open-source-modular-furniture folder and say "let's work on this".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here on, the screenshots follow a real session: the Brick stool idea (issue 4), designed as the Brick bench and sent as pull request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screenshot: Claude opened the private copy in the app's built-in browser, to the right of the chat, at localhost:8000. "localhost" just means "this computer". Breaking something here cannot break the real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 of the site card Claude posts in the chat. Keep the session open: closing it switches the private copy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 of a round on the Brick bench: the new page (Seating, Brick bench) open next to the chat, Claude asking "Does the 3D bench look like the piece?", and the designer typing the changes: profile 2020 by default, bricks framed by the profiles, more London-brick-like bricks, and a toggle to hide the bricks and see the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brief from the Brick bench pull request. The brick size came from the designer's note on London stock bricks; the rod support block is known only from a picture, so its sizes are listed as unknown.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conversation for a site design change. After the plan is agreed, it works in rounds like any other change: Claude builds a step, you look at it, and say what to adjust.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is prepared to guide you through all of these checks: it reads the list out one item at a time and waits for your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screenshot: the last check ("Yes, I am happy"), then "Step 6 of 6: the brick bench pull request is open". GitHub only accepts images uploaded through the page, which is why the screenshots are the one manual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pull request 10 as a reviewer sees it on GitHub: what it adds, the idea it closes (#4), the design brief, parts and sources. Merging it closes the idea issue, and the card leaves the Ideas board because the piece now has its own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is all you need to remember. Start each one in a new session in the Code section, with the project selected.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ll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430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SOURCE MODULAR FURNITURE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371600"/>
            <a:ext cx="47548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spc="200" kern="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2971800"/>
            <a:ext cx="4572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3" name="Image 0" descr="small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85216" y="548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SOURCE MODULAR FURNITURE</a:t>
            </a:r>
            <a:endParaRPr lang="en-US" sz="9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spc="2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13716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chemeClr val="bg1"/>
                </a:solidFill>
              </a:rPr>
              <a:t>DESIGN FURNITURE WITH US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2971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How to contribute to Open Source Modular Furniture with the Claude desktop app. No coding needed: you design, Claude builds.</a:t>
            </a:r>
            <a:endParaRPr lang="en-US" sz="1600" dirty="0"/>
          </a:p>
        </p:txBody>
      </p:sp>
      <p:pic>
        <p:nvPicPr>
          <p:cNvPr id="4" name="Brick bench page, designed with this process" descr="small/bb-defau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143000"/>
            <a:ext cx="3383280" cy="193330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THE GOAL: TRY IT FIRST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See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Claude runs a private copy of the site on your computer. Not the real one.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50008" y="22860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87752" y="114300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16352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770632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Try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Open it in your browser and use it like a visitor would.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22860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718304" y="114300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46904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901184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Improve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Tell Claude what to change, in plain words. Refresh, look again.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11112" y="22860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48856" y="114300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77456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31736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Send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When you're happy, Claude sends your change for review.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587752" y="3611880"/>
            <a:ext cx="402336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2587752" y="36118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↻  Repeat 2 and 3 as often as you like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This private copy is a "non-production" version: production is the real site everyone uses.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BEFORE YOU START, ONCE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8288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3716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GitHub account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Free, at github.com/signup. GitHub is where the project lives.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8288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23560" y="13716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Claude desktop app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Download it from claude.ai/download, install it and sign in.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09728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4290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That's all the setup.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Everything else (downloading the project, running the site, your own copy on GitHub) is prepared, and Claude does it for you.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0: OPEN THE CLAUDE APP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Step 0: open the Claude app" descr="small/app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16222"/>
            <a:ext cx="5852160" cy="299386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0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Open Claude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Open the Claude desktop app from your Applications (Mac) or Start menu (Windows), and sign in if asked.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1: GO TO CODE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Step 1: go to Code" descr="small/app-co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16222"/>
            <a:ext cx="5852160" cy="299386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Click Code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At the top of the sidebar, click the Code button (the &lt;/&gt; icon). This is the part of the app that works on projects, not just chats.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2: PICK "THIS COMPUTER"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Environment menu with This computer selected" descr="small/env-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754616" cy="35661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38912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389120" y="192024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Click the first button under the message box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It opens the menu on the left.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Choose "This computer", under Local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Claude then works on your computer, so the site opens in your own browser.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Not "Default", under Cloud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That runs on Anthropic's computers, and the site would not open in your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THEN CHOOSE… A FOLDER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Then Choose… a folder" descr="small/choose-b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852160" cy="252189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Pick where to keep it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Click Choose… (next to This computer). A window opens: pick the folder where you want to keep the project, for example Documents. Claude will put the project folder there.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3: TELL CLAUDE THE PROJECT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Step 3: tell Claude the project" descr="small/app-fir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260010" cy="36118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Paste this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"I want to work on this repository https://github.com/mfprado/open-source-modular-furniture. Clone it and let's start working there."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4: CLAUDE TAKES IT FROM THERE</a:t>
            </a:r>
            <a:endParaRPr lang="en-US" sz="2000" dirty="0"/>
          </a:p>
        </p:txBody>
      </p:sp>
      <p:pic>
        <p:nvPicPr>
          <p:cNvPr id="3" name="Clickable question in the Claude app" descr="small/real-ques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271331" cy="36118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0" y="118872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Everything is prepared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The project carries step-by-step instructions for Claude ("Ran skill /contribute"), so it knows how to guide you.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Click your answers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Claude asks with buttons. Pick one and click Submit, or choose Other and type your own.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It starts your private copy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And opens it for you.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NOT SURE WHAT TO MAKE?</a:t>
            </a:r>
            <a:endParaRPr lang="en-US" sz="2000" dirty="0"/>
          </a:p>
        </p:txBody>
      </p:sp>
      <p:pic>
        <p:nvPicPr>
          <p:cNvPr id="3" name="Ideas board" descr="small/ide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120640" cy="29234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852160" y="1188720"/>
            <a:ext cx="2926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Ideas page (top bar, right) lists pieces nobody has designed yet, each with an open GitHub issue.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Pick one, or bring your own.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Tell Claude which one; it reads the issue and its pictures.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The real example in this guide: the Brick stool (idea #4) became the Brick bench.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YOUR PRIVATE COPY, NEXT TO THE CHAT</a:t>
            </a:r>
            <a:endParaRPr lang="en-US" sz="2000" dirty="0"/>
          </a:p>
        </p:txBody>
      </p:sp>
      <p:pic>
        <p:nvPicPr>
          <p:cNvPr id="3" name="Chat on the left, the private copy of the site on the right" descr="small/real-brows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750931" cy="2514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457200" y="3703320"/>
            <a:ext cx="4023360" cy="960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3767328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The real site  </a:t>
            </a:r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mfprado.github.io/…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Production: everyone sees it. It only changes after approved reviewers approve it.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63440" y="3703320"/>
            <a:ext cx="4023360" cy="96012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800600" y="3767328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Your private copy  </a:t>
            </a:r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localhost:8000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Non-production: only on your computer, and it shows your changes straight away.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WHERE TO LOOK AT IT</a:t>
            </a:r>
            <a:endParaRPr lang="en-US" sz="2000" dirty="0"/>
          </a:p>
        </p:txBody>
      </p:sp>
      <p:pic>
        <p:nvPicPr>
          <p:cNvPr id="3" name="The site card in the chat, with Open" descr="small/real-sitec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2981901" cy="36118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3840480" y="10972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389120" y="105156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Click the link Claude sends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Like localhost:8000/#brickbench. It opens the page next to the chat, up to date.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840480" y="202996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389120" y="1984248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 the site card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Click Open on the card in the chat. The same link also works in Chrome.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2962656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2916936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After each change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Claude sends the link again, or press the ↻ refresh button.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840480" y="3886200"/>
            <a:ext cx="4846320" cy="77724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23360" y="39319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"This site can't be reached"?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The copy is switched off. Ask Claude to start the site again.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WORK IN ROUNDS: CHAT, LOOK, REPEAT</a:t>
            </a:r>
            <a:endParaRPr lang="en-US" sz="2000" dirty="0"/>
          </a:p>
        </p:txBody>
      </p:sp>
      <p:pic>
        <p:nvPicPr>
          <p:cNvPr id="3" name="A round: the chat on the left, the new page on the right" descr="small/real-rou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669280" cy="342991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6400800" y="118872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Claude makes one change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And asks if it looks right.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You look at it, right there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Orbit the 3D view, change the settings, read the parts list.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You say what to change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In plain words, as a list if you like. Claude does the next round.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0" y="3291840"/>
            <a:ext cx="2377440" cy="7772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10528" y="3337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Each round is saved, so nothing is lost if you change your mind.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NEW PIECE? IT STARTS WITH A BRIEF</a:t>
            </a:r>
            <a:endParaRPr lang="en-US" sz="2000" dirty="0"/>
          </a:p>
        </p:txBody>
      </p:sp>
      <p:pic>
        <p:nvPicPr>
          <p:cNvPr id="3" name="The Brick bench design brief on GitHub" descr="small/gh-brief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708946" cy="36118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669280" y="118872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An interview first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Claude asks one topic at a time: pictures, parts, how it goes together, what people can change.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Written down as a brief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docs/designs/brick-bench.md: parts and sources, settings, rules, warnings, assembly.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Unknown means unknown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The rod support block's sizes went on a "to measure" list instead of a guess.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CHANGING THE SITE? SHOW WHAT YOU MEAN</a:t>
            </a:r>
            <a:endParaRPr lang="en-US" sz="2000" dirty="0"/>
          </a:p>
        </p:txBody>
      </p:sp>
      <p:sp>
        <p:nvSpPr>
          <p:cNvPr id="3" name="SIMULATED EXAMPLE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SIMULATED EXAMPLE</a:t>
            </a:r>
            <a:endParaRPr lang="en-US" sz="800" dirty="0"/>
          </a:p>
        </p:txBody>
      </p:sp>
      <p:pic>
        <p:nvPicPr>
          <p:cNvPr id="4" name="Simulated site change conversation" descr="small/app-s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692769" cy="37033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126480" y="1188720"/>
            <a:ext cx="2651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Say what and why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For example a sidebar listing every piece, because the menus hide what the site offers.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Share a picture if you have one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 sketch, a site you like, or a marked-up screenshot.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Agree a short plan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Claude shows the site today, asks a question or two, and sums up the change before building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BEFORE SENDING: TRY IT ALL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1155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Smallest and largest sizes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10972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11155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option on and off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66420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Make each warning appear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166420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Click parts in the 3D view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945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212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it in the top menu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1945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2212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Download and read the PDF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27614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Shelf and desk still work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27432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27614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Narrow window, like a phone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5029200" cy="118872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493008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Claude is prepared to guide you through every check.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Found something odd?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Tell Claude, refresh, check again.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Then Claude runs its own checks and takes the screenshots for the approved reviewers.</a:t>
            </a:r>
            <a:endParaRPr lang="en-US" sz="1300" dirty="0"/>
          </a:p>
        </p:txBody>
      </p:sp>
      <p:pic>
        <p:nvPicPr>
          <p:cNvPr id="21" name="Brick bench with the bricks hidden and the sag warning" descr="Claude guiding a check beside the local Brick bench s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097280"/>
            <a:ext cx="3291840" cy="195864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2" name="Text 19"/>
          <p:cNvSpPr txBox="1"/>
          <p:nvPr/>
        </p:nvSpPr>
        <p:spPr>
          <a:xfrm>
            <a:off x="5577840" y="3147365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Real example: Claude walks you through each check and waits for your answer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LAST STEP: SEND IT AS A PULL REQUEST</a:t>
            </a:r>
            <a:endParaRPr lang="en-US" sz="2000" dirty="0"/>
          </a:p>
        </p:txBody>
      </p:sp>
      <p:pic>
        <p:nvPicPr>
          <p:cNvPr id="3" name="Final check answered, and the pull request open" descr="small/real-d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293796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669280" y="1097280"/>
            <a:ext cx="3108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 pull request (PR) is your proposed change.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It holds the change, a description of it, and evidence of the proposed new version: screenshots and notes. The approved reviewers check it, and only once they approve does it reach the real site.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669280" y="28803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When you say "I'm happy", 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Claude runs its own checks, takes the screenshots and opens the PR, here "Add brick bench configurator" (#10).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669280" y="3931920"/>
            <a:ext cx="3108960" cy="73152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806440" y="39776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Your one job: drag the screenshots into it on GitHub.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AFTER YOU SEND IT</a:t>
            </a:r>
            <a:endParaRPr lang="en-US" sz="2000" dirty="0"/>
          </a:p>
        </p:txBody>
      </p:sp>
      <p:pic>
        <p:nvPicPr>
          <p:cNvPr id="3" name="Pull request 10 on GitHub" descr="small/gh-p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060819" cy="2880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852160" y="109728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0" y="10515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Approved reviewers review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Starting with the brief and the screenshots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182880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Comments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Questions or changes, on GitHub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256032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Ask Claude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"let's work on the review comments"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852160" y="329184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32461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Merged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Your piece is live on the site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Changes go on the same pull request: open Code again (This computer, the project folder), and Claude picks up the comments.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13716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chemeClr val="bg1"/>
                </a:solidFill>
              </a:rPr>
              <a:t>THREE THINGS TO SAY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2971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Claude app → Code → This computer → Choose… (where to keep it the first time, then the project folder):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94960" y="822960"/>
            <a:ext cx="33832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77840" y="8229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 want to work on github.com/mfprado/open-source-modular-furniture. Clone it and let's start"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94960" y="2011680"/>
            <a:ext cx="33832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0" y="20116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"let's work on this" (next times)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394960" y="3200400"/>
            <a:ext cx="33832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577840" y="32004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"I'm happy, let's send it"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ar Furniture">
  <a:themeElements>
    <a:clrScheme name="Modular Furniture">
      <a:dk1>
        <a:srgbClr val="15171A"/>
      </a:dk1>
      <a:lt1>
        <a:srgbClr val="FFFFFF"/>
      </a:lt1>
      <a:dk2>
        <a:srgbClr val="2C3035"/>
      </a:dk2>
      <a:lt2>
        <a:srgbClr val="ECEEF0"/>
      </a:lt2>
      <a:accent1>
        <a:srgbClr val="8A3A12"/>
      </a:accent1>
      <a:accent2>
        <a:srgbClr val="5B6168"/>
      </a:accent2>
      <a:accent3>
        <a:srgbClr val="8A8F94"/>
      </a:accent3>
      <a:accent4>
        <a:srgbClr val="D9DCDF"/>
      </a:accent4>
      <a:accent5>
        <a:srgbClr val="7A9E7E"/>
      </a:accent5>
      <a:accent6>
        <a:srgbClr val="C9B8A3"/>
      </a:accent6>
      <a:hlink>
        <a:srgbClr val="8A3A12"/>
      </a:hlink>
      <a:folHlink>
        <a:srgbClr val="5B6168"/>
      </a:folHlink>
    </a:clrScheme>
    <a:fontScheme name="Modular Furniture">
      <a:majorFont>
        <a:latin typeface="Courier New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Contributing to Open Source Modular Furniture</dc:title>
  <dc:subject>PptxGenJS Presentation</dc:subject>
  <dc:creator>PptxGenJS</dc:creator>
  <cp:lastModifiedBy>PptxGenJS</cp:lastModifiedBy>
  <cp:revision>1</cp:revision>
  <dcterms:created xsi:type="dcterms:W3CDTF">2026-10-28T00:03:20Z</dcterms:created>
  <dcterms:modified xsi:type="dcterms:W3CDTF">2026-10-28T00:03:20Z</dcterms:modified>
</cp:coreProperties>
</file>