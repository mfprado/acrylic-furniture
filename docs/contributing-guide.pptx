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hy" id="{0c80bd50-a310-7d22-25e4-222bc42e5d97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Get started" id="{eacdad69-ffe3-067c-731e-c3555247923f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Work in rounds" id="{e0f077b8-840a-3545-c16c-a1c3cd94ff74}">
          <p14:sldIdLst>
            <p14:sldId id="268"/>
            <p14:sldId id="269"/>
            <p14:sldId id="270"/>
            <p14:sldId id="271"/>
            <p14:sldId id="272"/>
          </p14:sldIdLst>
        </p14:section>
        <p14:section name="Send it" id="{8f7081b7-26f5-051d-a06e-3014820ea64e}">
          <p14:sldIdLst>
            <p14:sldId id="273"/>
            <p14:sldId id="274"/>
          </p14:sldIdLst>
        </p14:section>
        <p14:section name="Summary" id="{393f5e00-e12d-3c97-d90e-19f362fac100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walks through how you, as an industrial designer, can change the site or add a new piece using the Claude desktop app, without writing code. Claude writes the code; you make every design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at mfprado.github.io/open-source-modular-furniture. A contribution adds a new page to the top menu, or improves one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screenshot: the rod shelf at 2000 mm wide with 40 kg per shelf. The rules a designer defines are what make a configurator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PR as a proposal: "here is the change I made, here is how I checked it". The owner reviews it before it goes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process is a loop: see, try, improve by talking, and only when you are happy does a pull request get created.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terminal, no code editor. Everything happens in a chat in the Claude desktop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something is missing on the computer, Claude checks and gives exactly one link to install it. Signing in to GitHub is the one thing you do yourself.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of the Claude desktop app home screen; your app may look slightly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Illustration: the Code section in the sidebar. Menu names may differ slightly between app versions.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of the repository picker. The first time, the app asks you to connect your GitHub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Simulated conversation; exact wording will vary. The instructions Claude follows live in the project itself (the contribute skill), so every session works the same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clamp lamp (issue 2) is the idea used in the simulated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 of the site in a browser at localhost:8000. "localhost" just means "this computer"; 8000 is the door number Claude opened it on. Breaking something here cannot break the real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Chrome says the site cannot be reached, the private copy is not running, usually because the session was closed. Ask Claude to start it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Simulated round for the clamp lamp. A new piece usually takes five rounds: parts list, page and settings, 3D model, part info, PDF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Simulated brief for the clamp lamp; the rule values are examples. The brief is also the first thing the owner reviews.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reads this list out one item at a time and waits for your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only accepts images uploaded through the page, which is why the screenshots are the one manual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piece came from an idea, the pull request closes that idea issue when merged, and the card leaves the Ideas board because the piece now has its own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is all you need to remember. Start each one in a new session in the Code section, with the project selected.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47548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4572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Design furniture with us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How to contribute to Open Source Modular Furniture with the Claude desktop app. No coding needed: you design, Claude builds.</a:t>
            </a:r>
            <a:endParaRPr lang="en-US" sz="1600" dirty="0"/>
          </a:p>
        </p:txBody>
      </p:sp>
      <p:pic>
        <p:nvPicPr>
          <p:cNvPr id="4" name="Profile desk page" descr="small/de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143000"/>
            <a:ext cx="3383280" cy="193154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Lego for adults, sized by anyone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Standard parts you can buy anywhere, snapped together into furniture people size themselves. Each piece is a page on the site, picked from the top menu: a configurator.</a:t>
            </a:r>
            <a:endParaRPr lang="en-US" sz="1500" dirty="0"/>
          </a:p>
        </p:txBody>
      </p:sp>
      <p:pic>
        <p:nvPicPr>
          <p:cNvPr id="4" name="Rod shelf page" descr="small/shelf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0"/>
            <a:ext cx="3977640" cy="227087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pic>
        <p:nvPicPr>
          <p:cNvPr id="5" name="Profile desk page" descr="small/des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645920"/>
            <a:ext cx="3977640" cy="227087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457200" y="411480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Rod shelf: chrome rods, cross clamps, acrylic or wood sheets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709160" y="411480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Profile desk: T-slot aluminium, brackets, plywood top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What a configurator gives people</a:t>
            </a:r>
            <a:endParaRPr lang="en-US" sz="2400" dirty="0"/>
          </a:p>
        </p:txBody>
      </p:sp>
      <p:pic>
        <p:nvPicPr>
          <p:cNvPr id="3" name="Shelf at 2000 mm with warnings" descr="small/shelf-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937760" cy="281901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669280" y="1051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217920" y="10058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Settings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Width, depth, height and options, with sensible limits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669280" y="19476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0" y="190195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Rules and warnings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At 2000 mm the shelf adds middle columns and warns it still sags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669280" y="2843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279806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3D preview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Click any part to see what it is and where to buy it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37398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3694176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Parts list and PDF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Exact quantities, cut lengths and an IKEA-style build guide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What is a pull request?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pull request (PR) is a proposed change to the site.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It holds everything you changed, and once the owner approves it, that change becomes what everyone sees on the site.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057400"/>
            <a:ext cx="18745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70432" y="22402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346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Your change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A new piece, an option, a fix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350008" y="297180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87752" y="2057400"/>
            <a:ext cx="18745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00984" y="22402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79192" y="28346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Pull request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The change, wrapped up with screenshots and notes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97180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718304" y="2057400"/>
            <a:ext cx="18745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31536" y="22402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09744" y="28346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Owner reviews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Reads it, asks questions, approves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11112" y="297180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848856" y="2057400"/>
            <a:ext cx="1874520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62088" y="22402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28346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Live on the site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Everyone sees it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Nothing reaches the real site until the owner says yes, so you can't break anything.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The goal: try it first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874520" cy="228600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See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Claude runs a private copy of the site on your computer. Not the real one.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50008" y="228600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87752" y="1143000"/>
            <a:ext cx="1874520" cy="228600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16352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770632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Try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Open it in your browser and use it like a visitor would.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228600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718304" y="1143000"/>
            <a:ext cx="1874520" cy="228600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46904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901184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Improve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Tell Claude what to change, in plain words. Refresh, look again.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11112" y="228600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48856" y="1143000"/>
            <a:ext cx="1874520" cy="2286000"/>
          </a:xfrm>
          <a:prstGeom prst="roundRect">
            <a:avLst>
              <a:gd name="adj" fmla="val 390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77456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31736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Send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When you're happy, Claude creates the pull request.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587752" y="3611880"/>
            <a:ext cx="402336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2587752" y="36118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↻  Repeat 2 and 3 as often as you like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This private copy is a "non-production" version: production is the real site everyone uses.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You design, Claude builds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0" y="1097280"/>
            <a:ext cx="3931920" cy="3200400"/>
          </a:xfrm>
          <a:prstGeom prst="roundRect">
            <a:avLst>
              <a:gd name="adj" fmla="val 2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You, the designer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830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What the piece is and how it looks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Which real parts to buy, and their sizes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How it goes together, step by step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What people can change, and the limits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Saying "yes, that looks right" or "move this"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Claude, in the desktop app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7830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Runs the private copy of the site for you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Writes the code and the tests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Shows you what changed after every round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Saves versions as it goes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Creates the pull request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Before you start, once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3716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GitHub account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Free, at github.com/signup. GitHub is where the project lives.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23560" y="13716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Claude desktop app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Download it from claude.ai/download, install it and sign in.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22960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4290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That's all the setup.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Everything else (downloading the project, running the site, your own copy on GitHub) is prepared in the project, and Claude does it for you.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Step 0: open the Claude app</a:t>
            </a:r>
            <a:endParaRPr lang="en-US" sz="24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7315200" y="466344"/>
            <a:ext cx="1371600" cy="256032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ILLUSTRATION</a:t>
            </a:r>
            <a:endParaRPr lang="en-US" sz="1000" dirty="0"/>
          </a:p>
        </p:txBody>
      </p:sp>
      <p:pic>
        <p:nvPicPr>
          <p:cNvPr id="4" name="Step 0: open the Claude app" descr="small/app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852160" cy="332319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58368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0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92024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Open Claude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Open the Claude desktop app from your Applications (Mac) or Start menu (Windows), and sign in if asked.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Step 1: go to Code</a:t>
            </a:r>
            <a:endParaRPr lang="en-US" sz="24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7315200" y="466344"/>
            <a:ext cx="1371600" cy="256032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ILLUSTRATION</a:t>
            </a:r>
            <a:endParaRPr lang="en-US" sz="1000" dirty="0"/>
          </a:p>
        </p:txBody>
      </p:sp>
      <p:pic>
        <p:nvPicPr>
          <p:cNvPr id="4" name="Step 1: go to Code" descr="small/app-co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852160" cy="332319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58368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92024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Click Code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In the left sidebar, click Code. This is the part of the app that works on projects, not just chats.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Step 2: select the repository</a:t>
            </a:r>
            <a:endParaRPr lang="en-US" sz="24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7315200" y="466344"/>
            <a:ext cx="1371600" cy="256032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ILLUSTRATION</a:t>
            </a:r>
            <a:endParaRPr lang="en-US" sz="1000" dirty="0"/>
          </a:p>
        </p:txBody>
      </p:sp>
      <p:pic>
        <p:nvPicPr>
          <p:cNvPr id="4" name="Step 2: select the repository" descr="small/app-rep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852160" cy="332319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58368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92024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Pick the project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Click Select repository and choose open-source-modular-furniture. A repository is just the project's folder on GitHub.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Step 3: say "let's work on this"</a:t>
            </a:r>
            <a:endParaRPr lang="en-US" sz="2400" dirty="0"/>
          </a:p>
        </p:txBody>
      </p:sp>
      <p:sp>
        <p:nvSpPr>
          <p:cNvPr id="3" name="Simulation tag"/>
          <p:cNvSpPr txBox="1"/>
          <p:nvPr/>
        </p:nvSpPr>
        <p:spPr>
          <a:xfrm>
            <a:off x="6949440" y="466344"/>
            <a:ext cx="1737360" cy="256032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SIMULATED EXAMPLE</a:t>
            </a:r>
            <a:endParaRPr lang="en-US" sz="1000" dirty="0"/>
          </a:p>
        </p:txBody>
      </p:sp>
      <p:pic>
        <p:nvPicPr>
          <p:cNvPr id="4" name="Simulated first conversation" descr="small/sim-sta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394960" cy="311751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126480" y="1188720"/>
            <a:ext cx="2651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Everything is prepared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The project carries step-by-step instructions for Claude, so it knows how to guide you.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It asks what you want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Design a new piece, improve one, add an idea, or something else.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It starts your private copy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And tells you where to open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Not sure what to make?</a:t>
            </a:r>
            <a:endParaRPr lang="en-US" sz="2400" dirty="0"/>
          </a:p>
        </p:txBody>
      </p:sp>
      <p:pic>
        <p:nvPicPr>
          <p:cNvPr id="3" name="Ideas board" descr="small/idea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120640" cy="29234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852160" y="118872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Ideas page (top bar, right) lists pieces nobody has designed yet, each with an open GitHub issue.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Pick one, or bring your own.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Tell Claude which one; it reads the issue and its pictures.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Your private copy of the site</a:t>
            </a:r>
            <a:endParaRPr lang="en-US" sz="2400" dirty="0"/>
          </a:p>
        </p:txBody>
      </p:sp>
      <p:pic>
        <p:nvPicPr>
          <p:cNvPr id="3" name="Local site open in Chrome" descr="small/sim-brows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120640" cy="338693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852160" y="1051560"/>
            <a:ext cx="28346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1887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The real site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mfprado.github.io/…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Production: the shop window. Everyone sees it. It only changes after the owner approves.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852160" y="2788920"/>
            <a:ext cx="2834640" cy="1737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0" y="2926080"/>
            <a:ext cx="2514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Your private copy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localhost:8000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Non-production: the prototype on your workbench. Only on your computer, and it shows your changes straight away.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Open it in Chrome, in three moves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Claude starts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At the start of the session. Keep the chat open: closing it switches the copy off.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64408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93008" y="12801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493008" y="19202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Type localhost:8000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Open Chrome, click the address bar at the top, type localhost:8000 and press Enter.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71616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0216" y="12801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300216" y="19202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Refresh after each change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Press Cmd+R on a Mac or Ctrl+R on Windows to see what Claude just changed.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84048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"This site can't be reached"?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copy is switched off. Nothing is broken: just ask Claude to start the site again.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Work in rounds: chat, look, repeat</a:t>
            </a:r>
            <a:endParaRPr lang="en-US" sz="2400" dirty="0"/>
          </a:p>
        </p:txBody>
      </p:sp>
      <p:sp>
        <p:nvSpPr>
          <p:cNvPr id="3" name="Simulation tag"/>
          <p:cNvSpPr txBox="1"/>
          <p:nvPr/>
        </p:nvSpPr>
        <p:spPr>
          <a:xfrm>
            <a:off x="6949440" y="466344"/>
            <a:ext cx="1737360" cy="256032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SIMULATED EXAMPLE</a:t>
            </a:r>
            <a:endParaRPr lang="en-US" sz="1000" dirty="0"/>
          </a:p>
        </p:txBody>
      </p:sp>
      <p:pic>
        <p:nvPicPr>
          <p:cNvPr id="4" name="Simulated round" descr="small/app-roun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394960" cy="221578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126480" y="1188720"/>
            <a:ext cx="2651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Claude makes one change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And tells you exactly where to look.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You switch to Chrome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Refresh, try it, come back to the chat.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You say what you think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In plain words: "rename this", "add a height setting", "perfect".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126480" y="3611880"/>
            <a:ext cx="265176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63640" y="3657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Each round is saved, so nothing is lost if you change your mind.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New piece? It starts with a brief</a:t>
            </a:r>
            <a:endParaRPr lang="en-US" sz="2400" dirty="0"/>
          </a:p>
        </p:txBody>
      </p:sp>
      <p:sp>
        <p:nvSpPr>
          <p:cNvPr id="3" name="Simulation tag"/>
          <p:cNvSpPr txBox="1"/>
          <p:nvPr/>
        </p:nvSpPr>
        <p:spPr>
          <a:xfrm>
            <a:off x="6949440" y="466344"/>
            <a:ext cx="1737360" cy="256032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SIMULATED EXAMPLE</a:t>
            </a:r>
            <a:endParaRPr lang="en-US" sz="1000" dirty="0"/>
          </a:p>
        </p:txBody>
      </p:sp>
      <p:pic>
        <p:nvPicPr>
          <p:cNvPr id="4" name="Simulated design brief" descr="small/sim-brief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397071" cy="36118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0" y="118872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 interview first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Claude asks one question at a time: parts, sizes, how it goes together, what people can change.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Written down as a brief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You approve it before anything is built.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Unknown means unknown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Any size not on a listing goes on a "to measure" list.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Before sending: try it all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1155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Smallest and largest sizes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10972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11155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option on and off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66420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Make each warning appear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166420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Click parts in the 3D view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945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212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 it in the top menu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1945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337560" y="2212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Download and read the PDF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432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27614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Shelf and desk still work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27432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27614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Narrow window, like a phone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502920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493008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Found something odd?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Tell Claude, refresh, check again.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Then Claude runs its own checks and takes the screenshots for the pull request.</a:t>
            </a:r>
            <a:endParaRPr lang="en-US" sz="1300" dirty="0"/>
          </a:p>
        </p:txBody>
      </p:sp>
      <p:pic>
        <p:nvPicPr>
          <p:cNvPr id="21" name="Warning scenario screenshot" descr="small/shelf-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097280"/>
            <a:ext cx="2926080" cy="167052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22" name="Text 19"/>
          <p:cNvSpPr txBox="1"/>
          <p:nvPr/>
        </p:nvSpPr>
        <p:spPr>
          <a:xfrm>
            <a:off x="576072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Real example: making a warning appear (2000 mm wide, 40 kg)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Last step: Claude creates the PR</a:t>
            </a:r>
            <a:endParaRPr lang="en-US" sz="2400" dirty="0"/>
          </a:p>
        </p:txBody>
      </p:sp>
      <p:sp>
        <p:nvSpPr>
          <p:cNvPr id="3" name="Simulation tag"/>
          <p:cNvSpPr txBox="1"/>
          <p:nvPr/>
        </p:nvSpPr>
        <p:spPr>
          <a:xfrm>
            <a:off x="6949440" y="466344"/>
            <a:ext cx="1737360" cy="256032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SIMULATED EXAMPLE</a:t>
            </a:r>
            <a:endParaRPr lang="en-US" sz="1000" dirty="0"/>
          </a:p>
        </p:txBody>
      </p:sp>
      <p:pic>
        <p:nvPicPr>
          <p:cNvPr id="4" name="Simulated pull request" descr="small/sim-p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307282" cy="37490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4937760" y="10515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When you say "I'm happy, let's send it", Claude writes the pull request in a standard shape: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1783080"/>
            <a:ext cx="3840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What this adds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Idea / issue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Design brief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Parts and sources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How it was checked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Screenshots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Assumptions to verify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Next steps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937760" y="3977640"/>
            <a:ext cx="38404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120640" y="40690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Your one job: drag the screenshots into it on GitHub.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After you send it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874520" cy="228600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70432" y="160020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Owner reviews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Starting with the brief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50008" y="242316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87752" y="1280160"/>
            <a:ext cx="1874520" cy="228600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00984" y="160020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679192" y="2286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Comments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Questions or changes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242316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718304" y="1280160"/>
            <a:ext cx="1874520" cy="228600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31536" y="160020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09744" y="2286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Ask Claude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"let's work on the review comments"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11112" y="242316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48856" y="1280160"/>
            <a:ext cx="1874520" cy="2286000"/>
          </a:xfrm>
          <a:prstGeom prst="roundRect">
            <a:avLst>
              <a:gd name="adj" fmla="val 390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62088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940296" y="2286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Merged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Your piece is live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Changes go on the same pull request: open Code again, select the repository, and Claude picks up the comments.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Three things to say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Claude app → Code → select open-source-modular-furniture, then: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94960" y="1097280"/>
            <a:ext cx="3383280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77840" y="10972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"let's work on this"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94960" y="2103120"/>
            <a:ext cx="3383280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0" y="21031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"I'm happy, let's send it"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394960" y="3108960"/>
            <a:ext cx="3383280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577840" y="31089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"let's work on the review comments"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ar Furniture">
  <a:themeElements>
    <a:clrScheme name="Modular Furniture">
      <a:dk1>
        <a:srgbClr val="15171A"/>
      </a:dk1>
      <a:lt1>
        <a:srgbClr val="FFFFFF"/>
      </a:lt1>
      <a:dk2>
        <a:srgbClr val="2C3035"/>
      </a:dk2>
      <a:lt2>
        <a:srgbClr val="EEF0F2"/>
      </a:lt2>
      <a:accent1>
        <a:srgbClr val="B4532A"/>
      </a:accent1>
      <a:accent2>
        <a:srgbClr val="5B6168"/>
      </a:accent2>
      <a:accent3>
        <a:srgbClr val="8A8F94"/>
      </a:accent3>
      <a:accent4>
        <a:srgbClr val="D9DCDF"/>
      </a:accent4>
      <a:accent5>
        <a:srgbClr val="7A9E7E"/>
      </a:accent5>
      <a:accent6>
        <a:srgbClr val="C9B8A3"/>
      </a:accent6>
      <a:hlink>
        <a:srgbClr val="B4532A"/>
      </a:hlink>
      <a:folHlink>
        <a:srgbClr val="5B6168"/>
      </a:folHlink>
    </a:clrScheme>
    <a:fontScheme name="Modular Furniture">
      <a:majorFont>
        <a:latin typeface="Courier New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Contributing to Open Source Modular Furniture</dc:title>
  <dc:subject>PptxGenJS Presentation</dc:subject>
  <dc:creator>PptxGenJS</dc:creator>
  <cp:lastModifiedBy>PptxGenJS</cp:lastModifiedBy>
  <cp:revision>1</cp:revision>
  <dcterms:created xsi:type="dcterms:W3CDTF">2026-10-27T15:29:51Z</dcterms:created>
  <dcterms:modified xsi:type="dcterms:W3CDTF">2026-10-27T15:29:51Z</dcterms:modified>
</cp:coreProperties>
</file>