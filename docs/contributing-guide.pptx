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60" r:id="rId6"/>
    <p:sldId id="261" r:id="rId7"/>
    <p:sldId id="262" r:id="rId8"/>
    <p:sldId id="263" r:id="rId9"/>
    <p:sldId id="264" r:id="rId10"/>
    <p:sldId id="265" r:id="rId11"/>
    <p:sldId id="267" r:id="rId13"/>
    <p:sldId id="270" r:id="rId16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" id="{813cdaa1-9daf-a26a-3544-fa968d97c086}">
          <p14:sldIdLst>
            <p14:sldId id="256"/>
            <p14:sldId id="257"/>
            <p14:sldId id="258"/>
            <p14:sldId id="259"/>
          </p14:sldIdLst>
        </p14:section>
        <p14:section name="Get started" id="{e44c703b-82a2-7c21-4e99-7a74dcbf509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ork in rounds" id="{c0a7f095-29a5-347c-f08e-be0078ccbd80}">
          <p14:sldIdLst>
            <p14:sldId id="268"/>
            <p14:sldId id="269"/>
            <p14:sldId id="270"/>
            <p14:sldId id="271"/>
            <p14:sldId id="272"/>
          </p14:sldIdLst>
        </p14:section>
        <p14:section name="Send it" id="{20da6371-438a-193a-aaac-951a7648737b}">
          <p14:sldIdLst>
            <p14:sldId id="273"/>
            <p14:sldId id="274"/>
          </p14:sldIdLst>
        </p14:section>
        <p14:section name="Summary" id="{cdc15a36-4e2f-eedc-7afa-f8b2dd7c7305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3" Type="http://schemas.openxmlformats.org/officeDocument/2006/relationships/slide" Target="slides/slide12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how you, as an industrial designer, can change the site or add a new piece using the Claude desktop app, without writing code. Claude writes the code; you make every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process is a loop: see, try, improve by talking, and only when you are happy is the change sent to the approved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is missing on the computer, Claude checks and gives exactly one link to install it. Signing in to GitHub is the one thing you do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Claude desktop app home screen;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Code section;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Redrawn from a screenshot of the Claude desktop app. This computer stays selected for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folder picker. Any folder works; pick one that is easy to find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conversation; exact wording will vary. Next time, skip this step: click Choose…, pick the open-source-modular-furniture folder in Documents and say "let's work on this". Illustration. "Clone" means download the project. Claude needs Git for it; if it is missing, Claude gives you the one link to install it. The project carries Claude's instructions, so as soon as it is downloaded Claude knows how to guide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clamp lamp (issue 2) is the idea used in the simulated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round building the brick bench: Claude on the left, the local site on the right. A new piece usually takes five rounds: parts list, page and settings, 3D model, part info, PDF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is prepared to guide you through all of these checks: it reads the list out one item at a time and waits for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only accepts images uploaded through the page, which is why the screenshots are the one manual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piece came from an idea, the pull request closes that idea issue when merged, and the card leaves the Ideas board because the piece now has its own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all you need to remember. Start each one in a new session in the Code section, with the project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30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spc="2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5216" y="54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spc="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900" Type="http://schemas.openxmlformats.org/officeDocument/2006/relationships/hyperlink" Target="https://github.com/signup" TargetMode="External"/><Relationship Id="rId901" Type="http://schemas.openxmlformats.org/officeDocument/2006/relationships/hyperlink" Target="https://claude.ai/download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Relationship Id="rId900" Type="http://schemas.openxmlformats.org/officeDocument/2006/relationships/hyperlink" Target="https://github.com/mfprado/open-source-modular-furniture" TargetMode="External"/><Relationship Id="rId90" Type="http://schemas.openxmlformats.org/officeDocument/2006/relationships/image" Target="../media/image-11-1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Relationship Id="rId900" Type="http://schemas.openxmlformats.org/officeDocument/2006/relationships/hyperlink" Target="https://github.com/mfprado/open-source-modular-furniture/pull/10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900" Type="http://schemas.openxmlformats.org/officeDocument/2006/relationships/hyperlink" Target="https://github.com/mfprado/open-source-modular-furnitur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DESIGN FURNITURE WITH US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to contribute to Open Source Modular Furniture with the Claude desktop app. No coding needed: you design, Claude builds.</a:t>
            </a:r>
            <a:endParaRPr lang="en-US" sz="1600" dirty="0"/>
          </a:p>
        </p:txBody>
      </p:sp>
      <p:pic>
        <p:nvPicPr>
          <p:cNvPr id="4" name="Profile desk page" descr="small/de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143000"/>
            <a:ext cx="3383280" cy="193154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 GOAL: TRY IT FIRST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runs a private copy of the site on your computer. Not the real 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70632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Try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 it in your browser and use it like a visitor would.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46904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Tell Claude what to change, in plain words. Refresh, look again.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77456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31736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Send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When you're happy, Claude sends your change for review.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87752" y="3611880"/>
            <a:ext cx="4023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7752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↻  Repeat 2 and 3 as often as you like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This private copy is a "non-production" version: production is the real site everyone uses.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YOU START, ONCE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GitHub account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Free, at </a:t>
            </a:r>
            <a:r>
              <a:rPr lang="en-US" sz="1400" dirty="0">
                <a:solidFill>
                  <a:schemeClr val="accent2"/>
                </a:solidFill>
                <a:hlinkClick r:id="rId900"/>
              </a:rPr>
              <a:t>github.com/signup</a:t>
            </a:r>
            <a:r>
              <a:rPr lang="en-US" sz="1400" dirty="0">
                <a:solidFill>
                  <a:schemeClr val="accent2"/>
                </a:solidFill>
              </a:rPr>
              <a:t>. GitHub is where the project lives.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Claude desktop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Download it from </a:t>
            </a:r>
            <a:r>
              <a:rPr lang="en-US" sz="1400" dirty="0">
                <a:solidFill>
                  <a:schemeClr val="accent2"/>
                </a:solidFill>
                <a:hlinkClick r:id="rId901"/>
              </a:rPr>
              <a:t>claude.ai/download</a:t>
            </a:r>
            <a:r>
              <a:rPr lang="en-US" sz="1400" dirty="0">
                <a:solidFill>
                  <a:schemeClr val="accent2"/>
                </a:solidFill>
              </a:rPr>
              <a:t>, install it and sign 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That's all the setup.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Everything else (downloading the project, running the site, your own copy on GitHub) is prepared, and Claude does it for you.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0: OPEN THE CLAUDE APP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0: open the Claude app" descr="Claude desktop app side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6222"/>
            <a:ext cx="5852160" cy="299386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Open Claude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Open the Claude desktop app from your Applications (Mac) or Start menu (Windows), and sign in if asked.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1: GO TO CODE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1: go to Code" descr="Claude desktop app sidebar with the Code toggle at the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6222"/>
            <a:ext cx="5852160" cy="299386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Click Code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At the top of the sidebar, click the Code button (the &lt;/&gt; icon). This is the part of the app that works on projects, not just chats.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2: PICK "THIS COMPUTER"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Environment menu with This computer selected" descr="small/env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754616" cy="3566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38912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389120" y="192024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the first button under the message box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It opens the menu on the left.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Choose "This computer", under Local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then works on your computer, so the site opens in your own browser.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"Default", under Cloud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That runs on Anthropic's computers, and the site would not open in your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THEN CHOOSE… A FOLDER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Then Choose… a folder" descr="small/choose-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252189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where to keep it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Choose… (next to This computer). A window opens: pick the folder where you want to keep the project, for example Documents. Claude will put the project folder there.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3: PASTE IT, CLAUDE TAKES OVER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EXAMPLE</a:t>
            </a:r>
            <a:endParaRPr lang="en-US" sz="800" dirty="0"/>
          </a:p>
        </p:txBody>
      </p:sp>
      <p:pic>
        <p:nvPicPr>
          <p:cNvPr id="4" name="Step 3: tell Claude the project" descr="Claude Code session after pasting the repository lin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291840" cy="2581743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pic>
        <p:nvPicPr>
          <p:cNvPr id="5" name="Step 4: Claude takes it from there" descr="Simulated start of the work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394960" y="1005840"/>
            <a:ext cx="3291840" cy="2299585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6" name="Step number 3"/>
          <p:cNvSpPr txBox="1"/>
          <p:nvPr/>
        </p:nvSpPr>
        <p:spPr>
          <a:xfrm>
            <a:off x="457200" y="3679023"/>
            <a:ext cx="320040" cy="320040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7" name="Step number 4"/>
          <p:cNvSpPr txBox="1"/>
          <p:nvPr/>
        </p:nvSpPr>
        <p:spPr>
          <a:xfrm>
            <a:off x="5394960" y="3679023"/>
            <a:ext cx="320040" cy="320040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0" name="Step 3 text"/>
          <p:cNvSpPr txBox="1"/>
          <p:nvPr/>
        </p:nvSpPr>
        <p:spPr>
          <a:xfrm>
            <a:off x="868680" y="3679023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Paste this</a:t>
            </a:r>
          </a:p>
          <a:p>
            <a:pPr indent="0" marL="0">
              <a:buNone/>
            </a:pPr>
            <a:r>
              <a:rPr lang="en-US" sz="1100" b="0" dirty="0">
                <a:solidFill>
                  <a:schemeClr val="accent2"/>
                </a:solidFill>
              </a:rPr>
              <a:t>"I want to work on this repository </a:t>
            </a:r>
            <a:r>
              <a:rPr lang="en-US" sz="1100" dirty="0">
                <a:hlinkClick r:id="rId900"/>
              </a:rPr>
              <a:t>https://github.com/mfprado/open-source-modular-furniture</a:t>
            </a:r>
            <a:r>
              <a:rPr lang="en-US" sz="1100" b="0" dirty="0">
                <a:solidFill>
                  <a:schemeClr val="accent2"/>
                </a:solidFill>
              </a:rPr>
              <a:t>. Clone it and let's start working there."</a:t>
            </a:r>
          </a:p>
        </p:txBody>
      </p:sp>
      <p:sp>
        <p:nvSpPr>
          <p:cNvPr id="31" name="Step 4 text"/>
          <p:cNvSpPr txBox="1"/>
          <p:nvPr/>
        </p:nvSpPr>
        <p:spPr>
          <a:xfrm>
            <a:off x="5806440" y="3679023"/>
            <a:ext cx="288036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takes it from there</a:t>
            </a:r>
          </a:p>
          <a:p>
            <a:pPr indent="0" marL="0">
              <a:buNone/>
            </a:pPr>
            <a:r>
              <a:rPr lang="en-US" sz="1100" b="0" dirty="0">
                <a:solidFill>
                  <a:schemeClr val="accent2"/>
                </a:solidFill>
              </a:rPr>
              <a:t>The project carries step-by-step instructions for Claude, so it guides you. Click your answers: Claude asks with buttons. It starts your private copy and tells you where to open it.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NOT SURE WHAT TO MAKE?</a:t>
            </a:r>
            <a:endParaRPr lang="en-US" sz="2000" dirty="0"/>
          </a:p>
        </p:txBody>
      </p:sp>
      <p:pic>
        <p:nvPicPr>
          <p:cNvPr id="3" name="Ideas board" descr="small/id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9234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18872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Ideas page (top bar, right) lists pieces nobody has designed yet, each with an open GitHub issue.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one, or bring your own.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Tell Claude which one; it reads the issue and its pictures.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WORK IN ROUNDS: CHAT, LOOK, REPEAT</a:t>
            </a:r>
            <a:endParaRPr lang="en-US" sz="2000" dirty="0"/>
          </a:p>
        </p:txBody>
      </p:sp>
      <p:pic>
        <p:nvPicPr>
          <p:cNvPr id="4" name="Simulated round" descr="Claude Code session beside the local Brick bench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0724"/>
            <a:ext cx="5486400" cy="331927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makes one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tells you exactly where to look.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 check the local site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Try it, come back to the chat.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 say what you think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"Looks right", or say it in plain words: "rename this", "add a height setting".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126480" y="3611880"/>
            <a:ext cx="2651760" cy="7772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Each round is saved, so nothing is lost if you change your mind.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SENDING: TRY IT ALL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155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Smallest and largest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11556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option on and off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Trigger each warning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parts in 3D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2128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it in the menu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2128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PDF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2761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Shelf and desk work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788920" y="2761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Phone-width window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3931920" cy="1371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3832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is prepared to guide you through every check.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Found something odd?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Tell Claude, refresh, check again.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Then Claude runs its own checks and takes the screenshots for the approved reviewers.</a:t>
            </a:r>
            <a:endParaRPr lang="en-US" sz="1300" dirty="0"/>
          </a:p>
        </p:txBody>
      </p:sp>
      <p:pic>
        <p:nvPicPr>
          <p:cNvPr id="21" name="Warning scenario screenshot" descr="Claude guiding a check beside the local Brick bench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097280"/>
            <a:ext cx="4251960" cy="25299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2" name="Text 19"/>
          <p:cNvSpPr txBox="1"/>
          <p:nvPr/>
        </p:nvSpPr>
        <p:spPr>
          <a:xfrm>
            <a:off x="4617720" y="3718636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Real example: Claude walks you through each check and waits for your answer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LAST STEP: SEND IT AS A PULL REQUEST</a:t>
            </a:r>
            <a:endParaRPr lang="en-US" sz="2000" dirty="0"/>
          </a:p>
        </p:txBody>
      </p:sp>
      <p:sp>
        <p:nvSpPr>
          <p:cNvPr id="3" name="SIMULATED EXAMPLE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EXAMPLE</a:t>
            </a:r>
            <a:endParaRPr lang="en-US" sz="800" dirty="0"/>
          </a:p>
        </p:txBody>
      </p:sp>
      <p:pic>
        <p:nvPicPr>
          <p:cNvPr id="4" name="Simulated pull request" descr="small/sim-p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307282" cy="37490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937760" y="10515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pull request (PR) is your proposed change.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holds the change, a description of it, and evidence of the proposed new version: screenshots and notes. The approved reviewers check it, and only once they approve does it reach the real site.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0604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When you say "I'm happy, let's send it",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writes it for you: what it adds, the brief, the parts and where their sizes come from, how it was checked, screenshots, and open questions.</a:t>
            </a:r>
            <a:endParaRPr lang="en-US" sz="1300" dirty="0"/>
          </a:p>
        </p:txBody>
      </p:sp>
      <p:sp>
        <p:nvSpPr>
          <p:cNvPr id="40" name="Real PR link"/>
          <p:cNvSpPr txBox="1"/>
          <p:nvPr/>
        </p:nvSpPr>
        <p:spPr>
          <a:xfrm>
            <a:off x="4937760" y="3977640"/>
            <a:ext cx="38404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See a real pull request: </a:t>
            </a:r>
            <a:r>
              <a:rPr lang="en-US" sz="1300" dirty="0">
                <a:hlinkClick r:id="rId900"/>
              </a:rPr>
              <a:t>github.com/mfprado/open-source-modular-furniture/pull/10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AFTER YOU SEND IT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70432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Approved reviewers review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Starting with the brief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00984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Questions or changes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31536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9744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Ask Claude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"let's work on the review comments"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208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40296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Merged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Your piece is live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Changes go on the same pull request: open Code again (This computer, the project folder), and Claude picks up the comments.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THREE THINGS TO SAY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Claude app → Code → This computer → Choose… (where to keep it the first time, then the project folder):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94960" y="82296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0" y="8229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want to work on </a:t>
            </a: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900"/>
              </a:rPr>
              <a:t>github.com/mfprado/open-source-modular-furniture</a:t>
            </a: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Clone it and let's start"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94960" y="20116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"let's work on this" (next times)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94960" y="320040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32004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"I'm happy, let's send it"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ar Furniture">
  <a:themeElements>
    <a:clrScheme name="Modular Furniture">
      <a:dk1>
        <a:srgbClr val="15171A"/>
      </a:dk1>
      <a:lt1>
        <a:srgbClr val="FFFFFF"/>
      </a:lt1>
      <a:dk2>
        <a:srgbClr val="2C3035"/>
      </a:dk2>
      <a:lt2>
        <a:srgbClr val="ECEEF0"/>
      </a:lt2>
      <a:accent1>
        <a:srgbClr val="8A3A12"/>
      </a:accent1>
      <a:accent2>
        <a:srgbClr val="5B6168"/>
      </a:accent2>
      <a:accent3>
        <a:srgbClr val="8A8F94"/>
      </a:accent3>
      <a:accent4>
        <a:srgbClr val="D9DCDF"/>
      </a:accent4>
      <a:accent5>
        <a:srgbClr val="7A9E7E"/>
      </a:accent5>
      <a:accent6>
        <a:srgbClr val="C9B8A3"/>
      </a:accent6>
      <a:hlink>
        <a:srgbClr val="8A3A12"/>
      </a:hlink>
      <a:folHlink>
        <a:srgbClr val="5B6168"/>
      </a:folHlink>
    </a:clrScheme>
    <a:fontScheme name="Modular Furniture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Contributing to Open Source Modular Furniture</dc:title>
  <dc:subject>PptxGenJS Presentation</dc:subject>
  <dc:creator>PptxGenJS</dc:creator>
  <cp:lastModifiedBy>PptxGenJS</cp:lastModifiedBy>
  <cp:revision>1</cp:revision>
  <dcterms:created xsi:type="dcterms:W3CDTF">2026-10-27T22:25:16Z</dcterms:created>
  <dcterms:modified xsi:type="dcterms:W3CDTF">2026-10-27T22:25:16Z</dcterms:modified>
</cp:coreProperties>
</file>